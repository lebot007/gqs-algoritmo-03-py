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98280" y="5074920"/>
            <a:ext cx="530352" cy="822960"/>
          </a:xfrm>
          <a:prstGeom prst="roundRect">
            <a:avLst>
              <a:gd name="adj" fmla="val 10345"/>
            </a:avLst>
          </a:prstGeom>
          <a:solidFill>
            <a:srgbClr val="26375A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47504" y="5074920"/>
            <a:ext cx="530352" cy="822960"/>
          </a:xfrm>
          <a:prstGeom prst="roundRect">
            <a:avLst>
              <a:gd name="adj" fmla="val 10345"/>
            </a:avLst>
          </a:prstGeom>
          <a:solidFill>
            <a:srgbClr val="C98A1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96728" y="5074920"/>
            <a:ext cx="530352" cy="822960"/>
          </a:xfrm>
          <a:prstGeom prst="roundRect">
            <a:avLst>
              <a:gd name="adj" fmla="val 10345"/>
            </a:avLst>
          </a:prstGeom>
          <a:solidFill>
            <a:srgbClr val="26375A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45952" y="5074920"/>
            <a:ext cx="530352" cy="822960"/>
          </a:xfrm>
          <a:prstGeom prst="roundRect">
            <a:avLst>
              <a:gd name="adj" fmla="val 10345"/>
            </a:avLst>
          </a:prstGeom>
          <a:solidFill>
            <a:srgbClr val="26375A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14300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ParkSim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Simulador de Estacionamento Inteligente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web acadêmica para visualizar o fluxo de vagas, persistir movimentações e demonstrar qualidade de software.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7223760" cy="1783080"/>
          </a:xfrm>
          <a:prstGeom prst="roundRect">
            <a:avLst>
              <a:gd name="adj" fmla="val 4103"/>
            </a:avLst>
          </a:prstGeom>
          <a:solidFill>
            <a:srgbClr val="22335A"/>
          </a:solidFill>
          <a:ln w="12700">
            <a:solidFill>
              <a:srgbClr val="3548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6758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986784"/>
            <a:ext cx="6675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Vitor — RA 32513480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Luiz Ferreira de Souza — RA 32511503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Pietro Cardoso de Oliveira — RA 32515280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532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Professor: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Henrique Matos de Paiva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3A4A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64739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  |  UNA Barreiro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PARKSIM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escopo da solução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C98A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visibilidade do fluxo de entrada, ocupação e saída em estacionamentos.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5352" y="16002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EAF1F8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967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59752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5603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visual de 8 vagas.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persistente de movimentações.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e exportação de relatório.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11: Cidades e Comunidades Sustentáveis.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07492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FBF1DF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074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   </a:t>
            </a:r>
            <a:pPr indent="0" marL="0">
              <a:buNone/>
            </a:pPr>
            <a:r>
              <a:rPr lang="en-US" sz="1300" i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cobrança, pagamentos, múltiplos estacionamentos e aplicativo mobile.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7E0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64739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  |  UNA Barreiro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PARKSIM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e fluxo crítico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27632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62763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RF01–RF03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627632"/>
            <a:ext cx="9281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veículo, registrar entrada e registrar saída.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28600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RF04–RF05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286000"/>
            <a:ext cx="9281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protegido por autenticação.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944368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29443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2944368"/>
            <a:ext cx="9281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iniciar, pausar, reiniciar e velocidades 1x/2x/3x.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3602736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602736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36027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RF07–RF08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3602736"/>
            <a:ext cx="9281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PDF e identificar dados na tabela.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43525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718304"/>
            <a:ext cx="1393807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" y="4718304"/>
            <a:ext cx="13938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34471" y="4718304"/>
            <a:ext cx="1393807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134471" y="4718304"/>
            <a:ext cx="13938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banco.js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66022" y="4718304"/>
            <a:ext cx="1393807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66022" y="4718304"/>
            <a:ext cx="13938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FastAPI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7573" y="4718304"/>
            <a:ext cx="1393807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397573" y="4718304"/>
            <a:ext cx="13938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29123" y="4718304"/>
            <a:ext cx="1393807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029123" y="4718304"/>
            <a:ext cx="13938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de saída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60674" y="4718304"/>
            <a:ext cx="1393807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60674" y="4718304"/>
            <a:ext cx="13938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292225" y="4718304"/>
            <a:ext cx="1393807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292225" y="4718304"/>
            <a:ext cx="139380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896727" y="4718304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528278" y="4718304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159829" y="4718304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791379" y="4718304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422930" y="4718304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054481" y="4718304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7E0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2920" y="64739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  |  UNA Barreiro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PARKSIM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 funcionais e metas de qualidade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EAF1F8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47088"/>
            <a:ext cx="45720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" y="2029968"/>
            <a:ext cx="3142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423160"/>
            <a:ext cx="3142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responsivo para desktop e mobile.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2064" y="164592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EAF1F8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3232" y="1847088"/>
            <a:ext cx="45720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3232" y="2029968"/>
            <a:ext cx="3142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3232" y="2423160"/>
            <a:ext cx="3142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requestAnimationFrame e Web Animations API; 60 FPS é meta, não medição formal.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1208" y="164592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EAF1F8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2376" y="1847088"/>
            <a:ext cx="45720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42376" y="2029968"/>
            <a:ext cx="3142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42376" y="2423160"/>
            <a:ext cx="3142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validado no backend para consulta administrativa. RLS precisa ser comprovado no banco.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4270248"/>
            <a:ext cx="45720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" y="4453128"/>
            <a:ext cx="3142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MANUTENIBILIDADE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" y="4846320"/>
            <a:ext cx="3142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separados e regras Python testáveis.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22064" y="406908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3232" y="4270248"/>
            <a:ext cx="45720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23232" y="4453128"/>
            <a:ext cx="3142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23232" y="4846320"/>
            <a:ext cx="3142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em nuvem; SLA é dependência externa.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41208" y="4069080"/>
            <a:ext cx="3544824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42376" y="4270248"/>
            <a:ext cx="45720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42376" y="4453128"/>
            <a:ext cx="3142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42376" y="4846320"/>
            <a:ext cx="3142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operacionais sintéticos.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7E0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64739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  |  UNA Barreiro  |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PARKSIM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dados e API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051560" y="1554480"/>
            <a:ext cx="10085832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1645920"/>
            <a:ext cx="9537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75104"/>
            <a:ext cx="9537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js/app.js + js/ui.js + js/simulacao.js + js/banco.js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532888"/>
            <a:ext cx="10085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fetch / REST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51560" y="2862072"/>
            <a:ext cx="10085832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2953512"/>
            <a:ext cx="9537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PYTHON / FASTAPI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82696"/>
            <a:ext cx="9537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| regras.py | schemas.py | repositorio.py | config.py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840480"/>
            <a:ext cx="100858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service role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51560" y="4169664"/>
            <a:ext cx="10085832" cy="960120"/>
          </a:xfrm>
          <a:prstGeom prst="roundRect">
            <a:avLst>
              <a:gd name="adj" fmla="val 7619"/>
            </a:avLst>
          </a:prstGeom>
          <a:solidFill>
            <a:srgbClr val="1221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4261104"/>
            <a:ext cx="9537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590288"/>
            <a:ext cx="9537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movimentacoes: id, sessao, placa, cor, vaga, hora_entrada, hora_saida, tempo_minutos, status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51560" y="5239512"/>
            <a:ext cx="10085832" cy="566928"/>
          </a:xfrm>
          <a:prstGeom prst="roundRect">
            <a:avLst>
              <a:gd name="adj" fmla="val 9677"/>
            </a:avLst>
          </a:prstGeom>
          <a:solidFill>
            <a:srgbClr val="FBF1DF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0160" y="5239512"/>
            <a:ext cx="9628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trg_calcular_tempo deve ser confirmada/versionada no SQL do banco.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7E0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64739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  |  UNA Barreiro  |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PARKSIM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Domínio, módulos e regras de negócio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EAF1F8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836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04872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simulacao.js: vagas, placas Mercosul, permanência, requestAnimationFrame.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ui.js: DOM, animações, métricas, tabela e PDF.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banco.js: sessão local, login e fetch para a API.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18836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404872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regras.py: validar placa, cor, vaga, tempo, média e frequência.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main.py: endpoints, autenticação e erros HTTP.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07492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0749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CENTRAL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vaga livre recebe um veículo; saída atualiza a movimentação.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7E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64739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  |  UNA Barreiro  |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PARKSIM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desenvolvimento e versionamento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836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CONFIGURADO LOCALMENTE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96312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.github/workflows/ci.yml usa Python 3.12.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requirements.txt e executa pytest em push/PR.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EAF1F8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18836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PARA O REPOSITÓRIO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496312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main: estável.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develop: integração.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feature/*, fix/* e docs/*: trabalho.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Commits: feat, fix, test, ci, docs, refactor.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com revisão de um integrante.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07492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FBF1DF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749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 </a:t>
            </a:r>
            <a:pPr indent="0" marL="0">
              <a:buNone/>
            </a:pPr>
            <a:r>
              <a:rPr lang="en-US" sz="1300" i="1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remota e histórico GitHub ainda precisam ser comprovados.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7E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64739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  |  UNA Barreiro  |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PARKSIM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validação de qualidade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653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59152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backend/tests/test_regras.py cobre placas, cores, vagas, tempo e agregações.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backend/tests/test_api.py usa RepoFalso e TestClient sem rede.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959352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9593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41422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— resultado local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5352" y="1627632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EAF1F8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65392" y="18653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E2E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359152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Entrada/saída e cálculo de tempo.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e liberação do painel.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Reinício e limpeza da sessão.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Alternância 1x/2x/3x.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3492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depreciação das dependências não causaram falhas.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D7E0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64739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2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  |  UNA Barreiro  |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PARKSIM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686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e próximos passos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ParkSim possui uma base funcional coerente com os critérios técnicos: Python/FastAPI, frontend modular, Supabase, testes, tratamento de erros e CI configurado.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ENTREGA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7180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o repositório e comprovar 3 branches GitFlow.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commits semânticos, PRs e CI aprovado.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Versionar/documentar tabela e trigger SQL.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Word, relatório final e vídeo pitch de 5 minutos.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166360"/>
            <a:ext cx="11183112" cy="822960"/>
          </a:xfrm>
          <a:prstGeom prst="roundRect">
            <a:avLst>
              <a:gd name="adj" fmla="val 8889"/>
            </a:avLst>
          </a:prstGeom>
          <a:solidFill>
            <a:srgbClr val="22335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1663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 com ressalvas, condicionado às evidências formais e remotas.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9525">
            <a:solidFill>
              <a:srgbClr val="3A4A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64739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Qualidade de Software  |  UNA Barreiro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2026-09-08T01:46:21Z</dcterms:created>
  <dcterms:modified xsi:type="dcterms:W3CDTF">2026-09-08T01:46:21Z</dcterms:modified>
</cp:coreProperties>
</file>